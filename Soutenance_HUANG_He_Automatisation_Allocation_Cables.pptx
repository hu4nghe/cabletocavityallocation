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90" y="28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5A6F60-1D60-4543-8F51-1C36C91245E0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2DE7D4-942C-4200-8960-C592D43E023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3444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Adapter le minutage à votre cahier des charges. Ex. 18–20 min + 5–10 min Q/R.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Insister sur l’importance industrielle, mentionner Airbus / grands comptes si pertinent.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Résumer clairement ce qui est livré à la fin du stage.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Prévoir une illustration schématique dans la version finale (si autorisé).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Montrer la formulation mathématique minimale et les variables clés.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Donner l’intuition visuelle sans entrer dans les preuves.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Pointer la complexité potentielle et comment elle est maîtrisée.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Expliquer la démarche de preuve de concept et les critères d’acceptation.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Mentionner les adaptations nécessaires à l’infrastructure 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Prévoir captures/vidéo démo dans la version finale si autorisées.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Préparer un projet léger, reproductible, avec cas nominal + cas limite.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Ouvrir sur les travaux futurs à court terme.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Relier aux objectifs pédagogiques de fin d’étude.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Préparer une phrase de clôture claire et une transition vers les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Anticiper 6–10 questions : complexité, choix algo vs IA, cas extrêmes, intégration, maintenance.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Soutenance de stage – CATIA Electrical</a:t>
            </a:r>
          </a:p>
          <a:p>
            <a:r>
              <a:t>Automatisation d’allocation de câbles aux connecteurs de coupure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800600"/>
            <a:ext cx="6400800" cy="1752600"/>
          </a:xfrm>
        </p:spPr>
        <p:txBody>
          <a:bodyPr/>
          <a:lstStyle/>
          <a:p>
            <a:r>
              <a:rPr dirty="0"/>
              <a:t>HUANG He — Dassault </a:t>
            </a:r>
            <a:r>
              <a:rPr dirty="0" err="1"/>
              <a:t>Systèmes</a:t>
            </a:r>
            <a:r>
              <a:rPr dirty="0"/>
              <a:t> —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 de la présentation (≈ 20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Contexte &amp; objectif</a:t>
            </a:r>
          </a:p>
          <a:p>
            <a:r>
              <a:t>Interface de coupure &amp; problématique</a:t>
            </a:r>
          </a:p>
          <a:p>
            <a:r>
              <a:t>Approche &amp; algorithmes</a:t>
            </a:r>
          </a:p>
          <a:p>
            <a:pPr lvl="1"/>
            <a:r>
              <a:t>Modélisation</a:t>
            </a:r>
          </a:p>
          <a:p>
            <a:pPr lvl="1"/>
            <a:r>
              <a:t>Delaunay &amp; Welzl</a:t>
            </a:r>
          </a:p>
          <a:p>
            <a:pPr lvl="1"/>
            <a:r>
              <a:t>DFS + filtrages</a:t>
            </a:r>
          </a:p>
          <a:p>
            <a:r>
              <a:t>Prototype &amp; validation</a:t>
            </a:r>
          </a:p>
          <a:p>
            <a:r>
              <a:t>Intégration dans CATIA</a:t>
            </a:r>
          </a:p>
          <a:p>
            <a:r>
              <a:t>Résultats &amp; démo</a:t>
            </a:r>
          </a:p>
          <a:p>
            <a:r>
              <a:t>Limites, améliorations, perspectives</a:t>
            </a:r>
          </a:p>
          <a:p>
            <a:r>
              <a:t>Bilan &amp;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Contexte &amp; enjeux industriels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CATIA – Schématique Électrique, plateforme 3DEXPERIENCE</a:t>
            </a:r>
          </a:p>
          <a:p>
            <a:r>
              <a:t>Problème client</a:t>
            </a:r>
          </a:p>
          <a:p>
            <a:pPr lvl="1"/>
            <a:r>
              <a:t>Allouer des fils de câbles à des connecteurs de coupure</a:t>
            </a:r>
          </a:p>
          <a:p>
            <a:pPr lvl="1"/>
            <a:r>
              <a:t>Contraintes multiples et volumétrie importante</a:t>
            </a:r>
          </a:p>
          <a:p>
            <a:r>
              <a:t>Enjeux</a:t>
            </a:r>
          </a:p>
          <a:p>
            <a:pPr lvl="1"/>
            <a:r>
              <a:t>Réduire les erreurs et le temps manuel</a:t>
            </a:r>
          </a:p>
          <a:p>
            <a:pPr lvl="1"/>
            <a:r>
              <a:t>Améliorer la coordination multi-équipes</a:t>
            </a:r>
          </a:p>
          <a:p>
            <a:pPr lvl="1"/>
            <a:r>
              <a:t>Robustesse en contexte aéronautique/auto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 du stage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Proposer automatiquement des solutions d’allocation respectant les contraintes</a:t>
            </a:r>
          </a:p>
          <a:p>
            <a:r>
              <a:t>Trois phases</a:t>
            </a:r>
          </a:p>
          <a:p>
            <a:pPr lvl="1"/>
            <a:r>
              <a:t>Conception algorithmique</a:t>
            </a:r>
          </a:p>
          <a:p>
            <a:pPr lvl="1"/>
            <a:r>
              <a:t>Prototype de validation</a:t>
            </a:r>
          </a:p>
          <a:p>
            <a:pPr lvl="1"/>
            <a:r>
              <a:t>Implémentation d’une commande CATIA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Interface de coupure &amp; Net to Wire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Interface de coupure</a:t>
            </a:r>
          </a:p>
          <a:p>
            <a:pPr lvl="1"/>
            <a:r>
              <a:t>Connecteurs partagés entre acteurs</a:t>
            </a:r>
          </a:p>
          <a:p>
            <a:pPr lvl="1"/>
            <a:r>
              <a:t>Cavités (positions, diamètres AWG)</a:t>
            </a:r>
          </a:p>
          <a:p>
            <a:r>
              <a:t>Net to Wire (Équipotentielle → Fil)</a:t>
            </a:r>
          </a:p>
          <a:p>
            <a:pPr lvl="1"/>
            <a:r>
              <a:t>Contexte des schémas logiques</a:t>
            </a:r>
          </a:p>
          <a:p>
            <a:pPr lvl="1"/>
            <a:r>
              <a:t>Prépare la donnée pour l’allocation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Modélisation du problème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Ensemble traité H = (C, K)</a:t>
            </a:r>
          </a:p>
          <a:p>
            <a:pPr lvl="1"/>
            <a:r>
              <a:t>Connecteur Ci = {P1..Pm} (positions, AWG)</a:t>
            </a:r>
          </a:p>
          <a:p>
            <a:pPr lvl="1"/>
            <a:r>
              <a:t>Câble Ki = {W1..Wn} (gauge, ségrégation)</a:t>
            </a:r>
          </a:p>
          <a:p>
            <a:r>
              <a:t>Contraintes</a:t>
            </a:r>
          </a:p>
          <a:p>
            <a:pPr lvl="1"/>
            <a:r>
              <a:t>Compatibilité mécanique (AWG/contact)</a:t>
            </a:r>
          </a:p>
          <a:p>
            <a:pPr lvl="1"/>
            <a:r>
              <a:t>Adjacence des cavités</a:t>
            </a:r>
          </a:p>
          <a:p>
            <a:pPr lvl="1"/>
            <a:r>
              <a:t>Ségrégation des signaux (distance/min séparation)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Proximité spatiale &amp; évitement des croisements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Proximité</a:t>
            </a:r>
          </a:p>
          <a:p>
            <a:pPr lvl="1"/>
            <a:r>
              <a:t>Formalisation par triangulation de Delaunay</a:t>
            </a:r>
          </a:p>
          <a:p>
            <a:pPr lvl="1"/>
            <a:r>
              <a:t>Cercle englobant minimal (Welzl) pour le regroupement</a:t>
            </a:r>
          </a:p>
          <a:p>
            <a:r>
              <a:t>Croisements</a:t>
            </a:r>
          </a:p>
          <a:p>
            <a:pPr lvl="1"/>
            <a:r>
              <a:t>Ordre angulaire autour des sorties</a:t>
            </a:r>
          </a:p>
          <a:p>
            <a:pPr lvl="1"/>
            <a:r>
              <a:t>Filtrages et règles simples pour éviter les croisements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Stratégie de recherche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DFS avec retour sur trace</a:t>
            </a:r>
          </a:p>
          <a:p>
            <a:pPr lvl="1"/>
            <a:r>
              <a:t>Génération incrémentale de solutions</a:t>
            </a:r>
          </a:p>
          <a:p>
            <a:pPr lvl="1"/>
            <a:r>
              <a:t>Filtrages pour limiter l’explosion combinatoire</a:t>
            </a:r>
          </a:p>
          <a:p>
            <a:r>
              <a:t>Évaluation</a:t>
            </a:r>
          </a:p>
          <a:p>
            <a:pPr lvl="1"/>
            <a:r>
              <a:t>Métrique de regroupement spatial</a:t>
            </a:r>
          </a:p>
          <a:p>
            <a:pPr lvl="1"/>
            <a:r>
              <a:t>Penalités pour isolations/cavités libres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Prototype &amp;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Prototype C++ standard pour valider comportement et perfs</a:t>
            </a:r>
          </a:p>
          <a:p>
            <a:r>
              <a:t>Jeu de tests ciblant cas limites (tailles, distributions, conflits)</a:t>
            </a:r>
          </a:p>
          <a:p>
            <a:r>
              <a:t>Résultats: stabilité, solutions cohérentes, base pour intégration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Intégration dans CATIA (3DEXPERIENCE)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Commande dédiée</a:t>
            </a:r>
          </a:p>
          <a:p>
            <a:pPr lvl="1"/>
            <a:r>
              <a:t>Bouton « Automatic Allocation »</a:t>
            </a:r>
          </a:p>
          <a:p>
            <a:pPr lvl="1"/>
            <a:r>
              <a:t>Workflow: calcul → proposition → ajustement utilisateur</a:t>
            </a:r>
          </a:p>
          <a:p>
            <a:r>
              <a:t>Infra &amp; IHM</a:t>
            </a:r>
          </a:p>
          <a:p>
            <a:pPr lvl="1"/>
            <a:r>
              <a:t>Utilisation de CID/introspection pour l’UI</a:t>
            </a:r>
          </a:p>
          <a:p>
            <a:pPr lvl="1"/>
            <a:r>
              <a:t>Nouvelle classe CATELEditor3DCavity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Résultats illustratifs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Allocation contiguë par câble, sans cavités isolées</a:t>
            </a:r>
          </a:p>
          <a:p>
            <a:r>
              <a:t>Pré-visualisation en attente de validation utilisateur</a:t>
            </a:r>
          </a:p>
          <a:p>
            <a:r>
              <a:t>Ajustements manuels possibles avec commandes existantes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Démonstration — scénario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Données d’entrée</a:t>
            </a:r>
          </a:p>
          <a:p>
            <a:pPr lvl="1"/>
            <a:r>
              <a:t>Connecteurs &amp; cavités (positions, AWG)</a:t>
            </a:r>
          </a:p>
          <a:p>
            <a:pPr lvl="1"/>
            <a:r>
              <a:t>Câbles &amp; fils (ségrégation)</a:t>
            </a:r>
          </a:p>
          <a:p>
            <a:r>
              <a:t>Actions</a:t>
            </a:r>
          </a:p>
          <a:p>
            <a:pPr lvl="1"/>
            <a:r>
              <a:t>Lancer la commande → obtenir proposition</a:t>
            </a:r>
          </a:p>
          <a:p>
            <a:pPr lvl="1"/>
            <a:r>
              <a:t>Inspecter la vue 3D → ajuster si besoin</a:t>
            </a:r>
          </a:p>
          <a:p>
            <a:r>
              <a:t>Vérifications</a:t>
            </a:r>
          </a:p>
          <a:p>
            <a:pPr lvl="1"/>
            <a:r>
              <a:t>Adjacence par câble</a:t>
            </a:r>
          </a:p>
          <a:p>
            <a:pPr lvl="1"/>
            <a:r>
              <a:t>Absence de croisements</a:t>
            </a:r>
          </a:p>
          <a:p>
            <a:pPr lvl="1"/>
            <a:r>
              <a:t>Respect des contraintes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Limites &amp; pistes d’amélioration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Compatibilité « contact »</a:t>
            </a:r>
          </a:p>
          <a:p>
            <a:pPr lvl="1"/>
            <a:r>
              <a:t>Prendre en compte une plage de gauge (et non l’égalité stricte)</a:t>
            </a:r>
          </a:p>
          <a:p>
            <a:r>
              <a:t>Ségrégation</a:t>
            </a:r>
          </a:p>
          <a:p>
            <a:pPr lvl="1"/>
            <a:r>
              <a:t>Utiliser une matrice de distances minimales plutôt que la séparation stricte</a:t>
            </a:r>
          </a:p>
          <a:p>
            <a:r>
              <a:t>IHM</a:t>
            </a:r>
          </a:p>
          <a:p>
            <a:pPr lvl="1"/>
            <a:r>
              <a:t>Moyens d’identifier cavité ↔ fil, regroupements par câble dans la vue 3D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industriel &amp; apprentissages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Impact</a:t>
            </a:r>
          </a:p>
          <a:p>
            <a:pPr lvl="1"/>
            <a:r>
              <a:t>Réduction des erreurs &amp; temps manuel</a:t>
            </a:r>
          </a:p>
          <a:p>
            <a:pPr lvl="1"/>
            <a:r>
              <a:t>Meilleure coordination inter-équipes</a:t>
            </a:r>
          </a:p>
          <a:p>
            <a:r>
              <a:t>Apprentissages</a:t>
            </a:r>
          </a:p>
          <a:p>
            <a:pPr lvl="1"/>
            <a:r>
              <a:t>Pragmatisme industriel (stabilité &gt; élégance)</a:t>
            </a:r>
          </a:p>
          <a:p>
            <a:pPr lvl="1"/>
            <a:r>
              <a:t>Travail collaboratif, cycles d’intégration, qualité logicielle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Objectif atteint : proposition automatique d’allocation robuste</a:t>
            </a:r>
          </a:p>
          <a:p>
            <a:r>
              <a:t>Apports</a:t>
            </a:r>
          </a:p>
          <a:p>
            <a:pPr lvl="1"/>
            <a:r>
              <a:t>Chaîne complète : algorithme → prototype → produit</a:t>
            </a:r>
          </a:p>
          <a:p>
            <a:pPr lvl="1"/>
            <a:r>
              <a:t>Base solide pour extensions (contact, ségrégation, IHM)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86384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Merci pour votre attention.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394</TotalTime>
  <Words>719</Words>
  <Application>Microsoft Office PowerPoint</Application>
  <PresentationFormat>Affichage à l'écran (4:3)</PresentationFormat>
  <Paragraphs>121</Paragraphs>
  <Slides>16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Soutenance de stage – CATIA Electrical Automatisation d’allocation de câbles aux connecteurs de coupure</vt:lpstr>
      <vt:lpstr>Plan de la présentation (≈ 20 min)</vt:lpstr>
      <vt:lpstr>Contexte &amp; enjeux industriels</vt:lpstr>
      <vt:lpstr>Objectif du stage</vt:lpstr>
      <vt:lpstr>Interface de coupure &amp; Net to Wire</vt:lpstr>
      <vt:lpstr>Modélisation du problème</vt:lpstr>
      <vt:lpstr>Proximité spatiale &amp; évitement des croisements</vt:lpstr>
      <vt:lpstr>Stratégie de recherche</vt:lpstr>
      <vt:lpstr>Prototype &amp; validation</vt:lpstr>
      <vt:lpstr>Intégration dans CATIA (3DEXPERIENCE)</vt:lpstr>
      <vt:lpstr>Résultats illustratifs</vt:lpstr>
      <vt:lpstr>Démonstration — scénario</vt:lpstr>
      <vt:lpstr>Limites &amp; pistes d’amélioration</vt:lpstr>
      <vt:lpstr>Impact industriel &amp; apprentissages</vt:lpstr>
      <vt:lpstr>Conclusion</vt:lpstr>
      <vt:lpstr>Questions 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Soutenance de stage – CATIA Electrical Automatisation d’allocation de câbles aux connecteurs de coupure</dc:title>
  <dc:subject/>
  <dc:creator/>
  <cp:keywords/>
  <dc:description>generated using python-pptx</dc:description>
  <cp:lastModifiedBy>HUANG He (INTERN)</cp:lastModifiedBy>
  <cp:revision>3</cp:revision>
  <dcterms:created xsi:type="dcterms:W3CDTF">2013-01-27T09:14:16Z</dcterms:created>
  <dcterms:modified xsi:type="dcterms:W3CDTF">2025-08-20T14:56:13Z</dcterms:modified>
  <cp:category/>
</cp:coreProperties>
</file>